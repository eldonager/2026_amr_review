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18"/>
  </p:normalViewPr>
  <p:slideViewPr>
    <p:cSldViewPr snapToGrid="0">
      <p:cViewPr varScale="1">
        <p:scale>
          <a:sx n="113" d="100"/>
          <a:sy n="11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A91F-310B-DD75-9022-0626C4250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F65CB-E91F-3042-9D91-49A1453F7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CE09-8CC1-9F73-F573-B547955A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E2D4C-5F69-8935-EA10-0418934D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0332-184C-DBB2-8D2B-9447C14B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4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2C05-2B22-536D-AEF2-DEC09932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28AF-67B1-F2E3-0851-B2993BB5F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D549-518C-142B-C6C7-DEB0BA62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A997-9184-4FA0-9EE5-0D3DC2BA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F15F-6F2F-168D-FE61-DC382772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240A-5360-EE44-9022-3A2B7349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3D1BE-17EA-354C-32D1-A026DE4B1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40DC2-A138-460C-25D6-0EF81EFC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CF39-5485-A6F2-C0F7-76FC93F9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2FECC-3314-29D2-AD1A-7E4AA6E8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4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6672-2642-C5E5-158A-3556EE63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2055-2338-9DCD-099C-3EDD74449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C958C-162A-F975-D25E-DFDF5508F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6C9FC-993B-2724-4665-11F08B2E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13F3F-1DEE-718D-4CD0-B509B549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7EDED-5EEE-75B4-8AF2-260DBE3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3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B4B3-B50E-ECFC-792D-732F8714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B8326-8B88-E97A-D05D-26609A1DE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B6D13-BD73-7647-22AC-4F017B3C2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A348A-F044-78DA-669D-8B92107C2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54053-D2DA-C526-7BEC-4AD3F624C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071F7-34F9-3F32-7A07-720F79B2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0F5F1-682F-A21E-A2D2-DEBEEE84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FE281-7203-A732-49E0-B8646A1F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5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B075-66F4-BC91-2068-C4676863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0BC10-CC53-4ECF-3B04-A0F7C076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F8511-EEC1-A55E-4738-08EE50FE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F9989-9D24-106E-AA68-99E7B26E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85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EF62D-45E7-0ADF-9863-347A4E14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31073-B4EC-8328-6629-DD0FB87B3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52A4-C659-0E0D-672B-5FEB294F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0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BD45-1DC6-751D-9A55-DA388067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53A5E-FEF2-817F-23F9-5D671E62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348B-B51F-5B3D-136E-FD6B7925A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8A3A4-9AF9-9B38-41E0-39F32115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2F2F9-F05F-6598-823E-AB8FC955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5A6D1-92F3-B79A-B71A-01F10C49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6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2F9E-11B0-B5F5-CA53-01602A14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BC00E-5DBE-A5AB-BBD6-45A1BC805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42D2E-60D8-03E8-D127-4B71DFC74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8A0F3-9406-7252-B263-844FD418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A73A6-8E05-9088-73B0-15CB3FD7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9EBEB-EA15-B628-81F8-5A188F46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7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651D-B049-06F9-9FA5-DB7E76BE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5F78C-B397-16FE-E634-C8DFC96D4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ED6E-4AA7-5218-4E3F-C88B5787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B169-54B8-1B77-7F36-274C3CB8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11EB9-4CC4-39CD-FFED-78BBF637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7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3A0F6-EE27-A0C0-26D6-D2210901C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327F8-C270-8013-AFD4-D6F46DF9B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D82E7-9BAE-E837-F013-1F6ED128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E6088-4137-CC17-600D-6392F0B6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34F3F-3638-4F45-5813-53F27CB5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4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B23CA-0FFF-20AA-9033-AA834BFA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E8503-C11F-D104-A277-26A592E21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EF6F8-1591-FE9F-1EA4-D6A2F5F71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9CB73-5209-1C42-BD8C-C96CC0D2D5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B4C1A-F261-B672-E7C8-A4716768E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45743-30F9-6446-CA68-19EE9B1F4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74A27-4DA2-9346-A162-296248D3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E355FB-2C00-47AE-136A-2A56E523F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64" y="180984"/>
            <a:ext cx="8198756" cy="10588949"/>
          </a:xfrm>
          <a:prstGeom prst="rect">
            <a:avLst/>
          </a:prstGeom>
        </p:spPr>
      </p:pic>
      <p:pic>
        <p:nvPicPr>
          <p:cNvPr id="13" name="Picture 12" descr="A map of africa with different colored squares&#10;&#10;AI-generated content may be incorrect.">
            <a:extLst>
              <a:ext uri="{FF2B5EF4-FFF2-40B4-BE49-F238E27FC236}">
                <a16:creationId xmlns:a16="http://schemas.microsoft.com/office/drawing/2014/main" id="{0DA78500-7507-8C72-350E-3C8E5728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215" y="180984"/>
            <a:ext cx="6029081" cy="62966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900D02-B74F-EC55-86B8-547FD2DDD4F9}"/>
              </a:ext>
            </a:extLst>
          </p:cNvPr>
          <p:cNvSpPr txBox="1"/>
          <p:nvPr/>
        </p:nvSpPr>
        <p:spPr>
          <a:xfrm>
            <a:off x="96945" y="32211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(a)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A970E9-549D-18C1-F211-87635B518DDB}"/>
              </a:ext>
            </a:extLst>
          </p:cNvPr>
          <p:cNvSpPr txBox="1"/>
          <p:nvPr/>
        </p:nvSpPr>
        <p:spPr>
          <a:xfrm>
            <a:off x="4910768" y="322110"/>
            <a:ext cx="674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28576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Eldon Ager</dc:creator>
  <cp:lastModifiedBy>Eldon Ager</cp:lastModifiedBy>
  <cp:revision>3</cp:revision>
  <dcterms:created xsi:type="dcterms:W3CDTF">2026-02-26T10:25:09Z</dcterms:created>
  <dcterms:modified xsi:type="dcterms:W3CDTF">2026-03-13T14:04:50Z</dcterms:modified>
</cp:coreProperties>
</file>